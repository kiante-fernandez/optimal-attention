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17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a decision-maker allocate attention when selecting multiple items from a set of alternatives?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(k = 1):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Callaway et al. (2021) showed optimal agents attend based on value estimates and uncertainty.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(k &gt; 1):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metalevel MDP framework to multi-response settings and validate with eye-tracking data.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Metalevel MDP Formulation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4-tuple (B, C, T, R) parameterized by n items, k selections, σ_obs, γ_sample, γ_switch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State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(μ, λ, focused)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∈ ℝⁿ  — posterior means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∈ ℝⁿ₊ — precisions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∈ {0,1,…,n} — current item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Initial: μ₀ = 0, λ₀ = 1, focused₀ = 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1737360"/>
            <a:ext cx="365760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Computations &amp; Cost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1945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{1,…,n} ∪ {⊥}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item c → signal: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xₜ ~ N(u⁽ᶜ⁾, σ²_obs)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γ_sample + γ_switch  (if switching)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γ_sample  (otherwise)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&amp; Rewards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Belief Update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sampling item c: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focused_{t+1} =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λ⁽ᶜ⁾_{t+1} = λ⁽ᶜ⁾_t + σ⁻²_obs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μ⁽ᶜ⁾_{t+1} = (σ⁻²_obs · xₜ + λ⁽ᶜ⁾_t · μ⁽ᶜ⁾_t) / λ⁽ᶜ⁾_{t+1}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items i ≠ c unchanged.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65760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sampling: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R(bₜ, c) = −cost(bₜ, c)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termination: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R(bₜ, ⊥) = Σᵢ₌₁ᵏ μ₍ᵢ₎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μ₍ᵢ₎ = i-th largest posterior mean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selects the top-k items.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Cognition Approximation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policy is intractable. Following Gabaix &amp; Laibson (2006), we use Directed Cognition.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VOC_DC(b, c) = max_{N≥1} [ VOI_N(b, c) − cost_N(b, c)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we committed to N samples of item c, then terminated?"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365760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cv(c) = μ₍ₙ₋ₖ₊₁₎  if c not in top-k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cv(c) = μ₍ₙ₋ₖ₎    if c in top-k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item c must beat.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365760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Information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3520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VOI_N(b, c) = E[max(μ̃⁽ᶜ⁾, cv(c))] − baseline(c)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via standard normal CDF Φ(z).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Selection &amp; Termination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 | b) ∝ exp( β · VOC_DC(b, c) )        β = 1000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VOC_DC(b, c) for each item c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action via softmax over VOC values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when max VOC ≤ 0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top-k items by posterior mean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Study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75 participants  ·  4 items per trial  ·  k ∈ {1, 2, 3}  ·  100 trials per block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Rating Task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Passively viewed 60 snack food images, then rated desirability (1–100).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Multi-Response Choice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k items from sets of 4, blocked by selection size. Webcam-based eye-tracking (WebGazer) recorded fixation patterns.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focused on correct trials (selections matching stated preferences).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Fixation Duration by Item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model  ·  Dashed = data  ·  Faint = individual subjects</a:t>
            </a:r>
            <a:endParaRPr lang="en-US" sz="1200" dirty="0"/>
          </a:p>
        </p:txBody>
      </p:sp>
      <p:pic>
        <p:nvPicPr>
          <p:cNvPr id="4" name="Image 0" descr="/Users/kiante/Documents/optimal-attention/figures/model_data_first_duration_2025-12-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Total Fixation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concentrates on items near the decision boundary — broadening as k increases.</a:t>
            </a:r>
            <a:endParaRPr lang="en-US" sz="1200" dirty="0"/>
          </a:p>
        </p:txBody>
      </p:sp>
      <p:pic>
        <p:nvPicPr>
          <p:cNvPr id="4" name="Image 0" descr="/Users/kiante/Documents/optimal-attention/figures/model_data_proportion_2025-12-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size (k) determines which items are most informative — VOC depends on position relative to the selection boundary.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k increases, attention distributes more broadly across items.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choosing all but one item (k = n−1), identifying the worst item first is computationally efficient — yet participants rarely do so.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attention in multi-response decisions shows qualitative signatures of optimal information sampling.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762</Words>
  <Application>Microsoft Macintosh PowerPoint</Application>
  <PresentationFormat>On-screen Show (16:9)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Information Sampling in Multi-Response Settings</dc:title>
  <dc:subject>PptxGenJS Presentation</dc:subject>
  <dc:creator>Kianté A. Fernandez</dc:creator>
  <cp:lastModifiedBy>kiante fernandez</cp:lastModifiedBy>
  <cp:revision>2</cp:revision>
  <dcterms:created xsi:type="dcterms:W3CDTF">2026-03-19T21:49:24Z</dcterms:created>
  <dcterms:modified xsi:type="dcterms:W3CDTF">2026-03-19T21:55:47Z</dcterms:modified>
</cp:coreProperties>
</file>